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172A"/>
                </a:solidFill>
              </a:defRPr>
            </a:pPr>
            <a:r>
              <a:t>Friday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9260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64748B"/>
                </a:solidFill>
              </a:defRPr>
            </a:pPr>
            <a:r>
              <a:t>Voice-first control for GitHub repositories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172A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9260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64748B"/>
                </a:solidFill>
              </a:defRPr>
            </a:pPr>
            <a:r>
              <a:t>Repos are large; keyboards and tabs slow triage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Speak or type natural questions about an open repo</a:t>
            </a:r>
          </a:p>
          <a:p>
            <a:pPr>
              <a:defRPr sz="1800"/>
            </a:pPr>
            <a:r>
              <a:t>Circle-pack map: entry points, core, hotspots</a:t>
            </a:r>
          </a:p>
          <a:p>
            <a:pPr>
              <a:defRPr sz="1800"/>
            </a:pPr>
            <a:r>
              <a:t>Read commits, issues, PRs; stage writes with confirmation</a:t>
            </a:r>
          </a:p>
          <a:p>
            <a:pPr>
              <a:defRPr sz="1800"/>
            </a:pPr>
            <a:r>
              <a:t>AssemblyAI Voice Agent for live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User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Open localhost:5000/?repo=owner/name</a:t>
            </a:r>
          </a:p>
          <a:p>
            <a:pPr>
              <a:defRPr sz="1800"/>
            </a:pPr>
            <a:r>
              <a:t>Explore map; hold mic or Ctrl</a:t>
            </a:r>
          </a:p>
          <a:p>
            <a:pPr>
              <a:defRPr sz="1800"/>
            </a:pPr>
            <a:r>
              <a:t>Ask landmarks, diffs, issues</a:t>
            </a:r>
          </a:p>
          <a:p>
            <a:pPr>
              <a:defRPr sz="1800"/>
            </a:pPr>
            <a:r>
              <a:t>Draft issue/comment then yes on a new turn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Client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D3 circle pack + file sidebar</a:t>
            </a:r>
          </a:p>
          <a:p>
            <a:pPr>
              <a:defRPr sz="1800"/>
            </a:pPr>
            <a:r>
              <a:t>Voice WebSocket to AssemblyAI</a:t>
            </a:r>
          </a:p>
          <a:p>
            <a:pPr>
              <a:defRPr sz="1800"/>
            </a:pPr>
            <a:r>
              <a:t>friday_turn to chat.turn on server</a:t>
            </a:r>
          </a:p>
          <a:p>
            <a:pPr>
              <a:defRPr sz="1800"/>
            </a:pPr>
            <a:r>
              <a:t>Ask + activity trace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Server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map_pipeline ingest and landmarks</a:t>
            </a:r>
          </a:p>
          <a:p>
            <a:pPr>
              <a:defRPr sz="1800"/>
            </a:pPr>
            <a:r>
              <a:t>chat.turn: direct, gateway, Jev, orchestrator</a:t>
            </a:r>
          </a:p>
          <a:p>
            <a:pPr>
              <a:defRPr sz="1800"/>
            </a:pPr>
            <a:r>
              <a:t>agent.run_agent: 8-turn Gateway loop</a:t>
            </a:r>
          </a:p>
          <a:p>
            <a:pPr>
              <a:defRPr sz="1800"/>
            </a:pPr>
            <a:r>
              <a:t>github_tools REST + confirm_write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Routing for 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command: parsers and map shortcuts</a:t>
            </a:r>
          </a:p>
          <a:p>
            <a:pPr>
              <a:defRPr sz="1800"/>
            </a:pPr>
            <a:r>
              <a:t>gateway: multi-step GitHub triage</a:t>
            </a:r>
          </a:p>
          <a:p>
            <a:pPr>
              <a:defRPr sz="1800"/>
            </a:pPr>
            <a:r>
              <a:t>jev: single confident map tool</a:t>
            </a:r>
          </a:p>
          <a:p>
            <a:pPr>
              <a:defRPr sz="1800"/>
            </a:pPr>
            <a:r>
              <a:t>K2 when Jev confidence is 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AssemblyAI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Voice Agent live STT and TTS</a:t>
            </a:r>
          </a:p>
          <a:p>
            <a:pPr>
              <a:defRPr sz="1800"/>
            </a:pPr>
            <a:r>
              <a:t>Sync API for /api/run</a:t>
            </a:r>
          </a:p>
          <a:p>
            <a:pPr>
              <a:defRPr sz="1800"/>
            </a:pPr>
            <a:r>
              <a:t>LLM Gateway tool calling</a:t>
            </a:r>
          </a:p>
          <a:p>
            <a:pPr>
              <a:defRPr sz="1800"/>
            </a:pPr>
            <a:r>
              <a:t>Different auth per surface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GitHub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Issues and comments staged only</a:t>
            </a:r>
          </a:p>
          <a:p>
            <a:pPr>
              <a:defRPr sz="1800"/>
            </a:pPr>
            <a:r>
              <a:t>confirm_write on later yes</a:t>
            </a:r>
          </a:p>
          <a:p>
            <a:pPr>
              <a:defRPr sz="1800"/>
            </a:pPr>
            <a:r>
              <a:t>OAuth optional; secrets server-side</a:t>
            </a:r>
          </a:p>
          <a:p>
            <a:pPr>
              <a:defRPr sz="1800"/>
            </a:pPr>
            <a:r>
              <a:t>No close/delete on issues or PRs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python test_friday.py</a:t>
            </a:r>
          </a:p>
          <a:p>
            <a:pPr>
              <a:defRPr sz="1800"/>
            </a:pPr>
            <a:r>
              <a:t>docs/TEST_QUESTIONS.md — 37 scenarios</a:t>
            </a:r>
          </a:p>
          <a:p>
            <a:pPr>
              <a:defRPr sz="1800"/>
            </a:pPr>
            <a:r>
              <a:t>Voice and Ask parity tests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Config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ASSEMBLYAI_API_KEY, GitHub token/OAuth</a:t>
            </a:r>
          </a:p>
          <a:p>
            <a:pPr>
              <a:defRPr sz="1800"/>
            </a:pPr>
            <a:r>
              <a:t>FRIDAY_GITHUB_GATEWAY=multi|all|off</a:t>
            </a:r>
          </a:p>
          <a:p>
            <a:pPr>
              <a:defRPr sz="1800"/>
            </a:pPr>
            <a:r>
              <a:t>AGENT_LLM_PROVIDER=assemblyai|ifm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Reliability tradeoffs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Hybrid recommended: Jev for map, Gateway for GitHub</a:t>
            </a:r>
          </a:p>
          <a:p>
            <a:pPr>
              <a:defRPr sz="1800"/>
            </a:pPr>
            <a:r>
              <a:t>FRIDAY_GITHUB_GATEWAY=all for tutorial-like behavior</a:t>
            </a:r>
          </a:p>
          <a:p>
            <a:pPr>
              <a:defRPr sz="1800"/>
            </a:pPr>
            <a:r>
              <a:t>Dropping Jev needs full agent loop for map tools</a:t>
            </a:r>
          </a:p>
          <a:p>
            <a:pPr>
              <a:defRPr sz="1800"/>
            </a:pPr>
            <a:r>
              <a:t>Reference: Hands-On-AI-Engineering voice-github-agent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172A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9260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64748B"/>
                </a:solidFill>
              </a:defRPr>
            </a:pPr>
            <a:r>
              <a:t>github.com/hatif03/friday-voice-agent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
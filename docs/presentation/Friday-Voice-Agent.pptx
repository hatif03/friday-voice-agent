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AFAFA"/>
                </a:solidFill>
              </a:defRPr>
            </a:pPr>
            <a:r>
              <a:t>Friday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0632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A1A1AA"/>
                </a:solidFill>
              </a:defRPr>
            </a:pPr>
            <a:r>
              <a:t>Stay in control when code—and threats—move faster than review.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AFAFA"/>
                </a:solidFill>
              </a:defRPr>
            </a:pPr>
            <a:r>
              <a:t>We are in an existential squeeze.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9260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A1A1AA"/>
                </a:solidFill>
              </a:defRPr>
            </a:pPr>
            <a:r>
              <a:t>AI generates code at machine speed.</a:t>
            </a:r>
            <a:br/>
            <a:r>
              <a:t>Humans are still asked to review all of it.</a:t>
            </a:r>
            <a:br/>
            <a:r>
              <a:t>That math does not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97316"/>
                </a:solidFill>
              </a:defRPr>
            </a:pPr>
            <a:r>
              <a:t>The review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PR queues and diff mountains grow with every agent-assisted sprint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LGTM becomes survival, not assurance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Nobody holds architecture + history + issues in one head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97316"/>
                </a:solidFill>
              </a:defRPr>
            </a:pPr>
            <a:r>
              <a:t>The security asymmetry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AI finds vulnerabilities and unsafe patterns quickly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Exploitation automates; understanding does not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Ship fast without orientation → lose grip on what actually runs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45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97316"/>
                </a:solidFill>
              </a:defRPr>
            </a:pPr>
            <a:r>
              <a:t>Friday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517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A1A1AA"/>
                </a:solidFill>
              </a:defRPr>
            </a:pPr>
            <a:r>
              <a:t>A voice-first control surface for the repo you have open.</a:t>
            </a:r>
            <a:br/>
            <a:r>
              <a:t>See the shape. Ask out loud. Stage GitHub actions. Confirm before you post.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97316"/>
                </a:solidFill>
              </a:defRPr>
            </a:pPr>
            <a: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Circle-pack map — entry points, core, hotspots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Landmarks + layers — heat, imports, focus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Voice (AssemblyAI) + typed Ask — same brain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Commits, issues, PRs, security scan, merge review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97316"/>
                </a:solidFill>
              </a:defRPr>
            </a:pPr>
            <a:r>
              <a:t>How Friday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48840"/>
            <a:ext cx="2377440" cy="1234440"/>
          </a:xfrm>
          <a:prstGeom prst="roundRect">
            <a:avLst/>
          </a:prstGeom>
          <a:solidFill>
            <a:srgbClr val="1C1C1E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AFAFA"/>
                </a:solidFill>
              </a:defRPr>
            </a:pPr>
            <a:r>
              <a:t>You</a:t>
            </a:r>
          </a:p>
          <a:p>
            <a:pPr>
              <a:defRPr sz="1300">
                <a:solidFill>
                  <a:srgbClr val="A1A1AA"/>
                </a:solidFill>
              </a:defRPr>
            </a:pPr>
            <a:r>
              <a:t>Voice or text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971800" y="2560320"/>
            <a:ext cx="228599" cy="320040"/>
          </a:xfrm>
          <a:prstGeom prst="rightArrow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46120" y="2148840"/>
            <a:ext cx="2377440" cy="1234440"/>
          </a:xfrm>
          <a:prstGeom prst="roundRect">
            <a:avLst/>
          </a:prstGeom>
          <a:solidFill>
            <a:srgbClr val="1C1C1E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AFAFA"/>
                </a:solidFill>
              </a:defRPr>
            </a:pPr>
            <a:r>
              <a:t>Friday</a:t>
            </a:r>
          </a:p>
          <a:p>
            <a:pPr>
              <a:defRPr sz="1300">
                <a:solidFill>
                  <a:srgbClr val="A1A1AA"/>
                </a:solidFill>
              </a:defRPr>
            </a:pPr>
            <a:r>
              <a:t>Route + tools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669280" y="2560320"/>
            <a:ext cx="228599" cy="320040"/>
          </a:xfrm>
          <a:prstGeom prst="rightArrow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0" y="2148840"/>
            <a:ext cx="2377440" cy="1234440"/>
          </a:xfrm>
          <a:prstGeom prst="roundRect">
            <a:avLst/>
          </a:prstGeom>
          <a:solidFill>
            <a:srgbClr val="1C1C1E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AFAFA"/>
                </a:solidFill>
              </a:defRPr>
            </a:pPr>
            <a:r>
              <a:t>Map + GitHub</a:t>
            </a:r>
          </a:p>
          <a:p>
            <a:pPr>
              <a:defRPr sz="1300">
                <a:solidFill>
                  <a:srgbClr val="A1A1AA"/>
                </a:solidFill>
              </a:defRPr>
            </a:pPr>
            <a:r>
              <a:t>Ground truth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66760" y="2560320"/>
            <a:ext cx="228599" cy="320040"/>
          </a:xfrm>
          <a:prstGeom prst="rightArrow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41080" y="2148840"/>
            <a:ext cx="2377440" cy="1234440"/>
          </a:xfrm>
          <a:prstGeom prst="roundRect">
            <a:avLst/>
          </a:prstGeom>
          <a:solidFill>
            <a:srgbClr val="1C1C1E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AFAFA"/>
                </a:solidFill>
              </a:defRPr>
            </a:pPr>
            <a:r>
              <a:t>You</a:t>
            </a:r>
          </a:p>
          <a:p>
            <a:pPr>
              <a:defRPr sz="1300">
                <a:solidFill>
                  <a:srgbClr val="A1A1AA"/>
                </a:solidFill>
              </a:defRPr>
            </a:pPr>
            <a:r>
              <a:t>Yes to 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947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1A1AA"/>
                </a:solidFill>
              </a:defRPr>
            </a:pPr>
            <a:r>
              <a:t>Jev picks map tools · Gateway loop for multi-step GitHub · Writes never auto-post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97316"/>
                </a:solidFill>
              </a:defRPr>
            </a:pPr>
            <a:r>
              <a:t>Human in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create_issue / add_comment → draft only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Separate turn: yes → confirm_write posts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No silent auto-merge, no drive-by comments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OAuth + tokens stay server-side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97316"/>
                </a:solidFill>
              </a:defRPr>
            </a:pPr>
            <a:r>
              <a:t>Judgment, not vibes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Jev: confident tool routing for map questions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Review gate: structured safe-to-merge narrative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Escalate when confidence is low (Vertex / K2)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Honest give-up when the repo cannot answer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97316"/>
                </a:solidFill>
              </a:defRPr>
            </a:pPr>
            <a:r>
              <a:t>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FastAPI · AssemblyAI Voice + STT + LLM Gateway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GitHub REST / OAuth · D3 map ingest</a:t>
            </a:r>
          </a:p>
          <a:p>
            <a:pPr>
              <a:spcAft>
                <a:spcPts val="1400"/>
              </a:spcAft>
              <a:defRPr sz="2000">
                <a:solidFill>
                  <a:srgbClr val="FAFAFA"/>
                </a:solidFill>
              </a:defRPr>
            </a:pPr>
            <a:r>
              <a:t>Deployed on Google Cloud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97316"/>
                </a:solidFill>
              </a:defRPr>
            </a:pPr>
            <a: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1A1AA"/>
                </a:solidFill>
              </a:defRPr>
            </a:pPr>
            <a:r>
              <a:t>https://friday-voice-agent-147606977567.us-central1.run.app</a:t>
            </a:r>
            <a:br/>
            <a:r>
              <a:t>?repo=owner/name</a:t>
            </a:r>
            <a:br/>
            <a:br/>
            <a:r>
              <a:t>Hold the mic · Explain the map · Check the latest commit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AFAFA"/>
                </a:solidFill>
              </a:defRPr>
            </a:pPr>
            <a: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A1A1AA"/>
                </a:solidFill>
              </a:defRPr>
            </a:pPr>
            <a:r>
              <a:t>The window where humans still approve what ships is narrowing.</a:t>
            </a:r>
            <a:br/>
            <a:r>
              <a:t>Friday is how you keep orientation and consent in that window.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AFAFA"/>
                </a:solidFill>
              </a:defRPr>
            </a:pPr>
            <a:r>
              <a:t>Friday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089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A1A1AA"/>
                </a:solidFill>
              </a:defRPr>
            </a:pPr>
            <a:r>
              <a:t>github.com/hatif03/friday-voice-agent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